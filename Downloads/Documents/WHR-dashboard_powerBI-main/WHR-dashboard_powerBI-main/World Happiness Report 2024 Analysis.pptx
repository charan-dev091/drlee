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57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1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51A3E-C585-4ECC-8070-16D8681881A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10CA4-796C-4923-B4A0-4475DB431D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7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jaypalsinghlo/world-happiness-report-202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2765-B73D-3B07-B505-FE7A7F5B9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Happiness Report 2024 Analysis</a:t>
            </a:r>
            <a:endParaRPr lang="en-IN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19A29-5803-0630-8028-70B1898BE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781302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Project – Intro to Business Analytics &amp; Big data</a:t>
            </a:r>
          </a:p>
          <a:p>
            <a:r>
              <a:rPr lang="en-US" dirty="0"/>
              <a:t>                                                                            </a:t>
            </a:r>
            <a:r>
              <a:rPr lang="en-US" dirty="0" err="1"/>
              <a:t>B.Bhargavi</a:t>
            </a:r>
            <a:r>
              <a:rPr lang="en-US" dirty="0"/>
              <a:t> | Z23765251</a:t>
            </a:r>
          </a:p>
          <a:p>
            <a:r>
              <a:rPr lang="en-US" dirty="0"/>
              <a:t>                                                                         </a:t>
            </a:r>
            <a:r>
              <a:rPr lang="en-US" dirty="0" err="1"/>
              <a:t>K.Sai</a:t>
            </a:r>
            <a:r>
              <a:rPr lang="en-US" dirty="0"/>
              <a:t> Charan | Z23811639</a:t>
            </a:r>
          </a:p>
          <a:p>
            <a:r>
              <a:rPr lang="en-US" dirty="0"/>
              <a:t>                                                                               </a:t>
            </a:r>
            <a:r>
              <a:rPr lang="en-US" dirty="0" err="1"/>
              <a:t>M.Pavani</a:t>
            </a:r>
            <a:r>
              <a:rPr lang="en-US" dirty="0"/>
              <a:t> | Z23807763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61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37C7-BCD5-2B83-C46C-F75E5230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223158"/>
            <a:ext cx="9463641" cy="1330037"/>
          </a:xfrm>
        </p:spPr>
        <p:txBody>
          <a:bodyPr/>
          <a:lstStyle/>
          <a:p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DF587-A127-C25C-2FF0-4626CB960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651934"/>
            <a:ext cx="9998032" cy="35469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Aim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Power BI project analyzes global happiness by identifying key drivers like GDP, life expectancy, and social support. It highlights regional variations to support policy decisions and global well-being strategies.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Happiness Report 2024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Kaggle – WHR 2024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Measures: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Ladder Score, GDP per capita, Social Support, Healthy Life Expectancy, Freedom, Generosity, Corruption, Dystopia + Residual</a:t>
            </a:r>
          </a:p>
        </p:txBody>
      </p:sp>
    </p:spTree>
    <p:extLst>
      <p:ext uri="{BB962C8B-B14F-4D97-AF65-F5344CB8AC3E}">
        <p14:creationId xmlns:p14="http://schemas.microsoft.com/office/powerpoint/2010/main" val="137014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43D4-8F68-D26B-0995-03186084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399" y="1184012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Methodology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09B1F-ECC4-54F5-57CA-D2CDF0BC5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861952"/>
            <a:ext cx="9601196" cy="3325091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400" b="1" dirty="0"/>
              <a:t>🛠️ Tool Utilized: Power BI</a:t>
            </a:r>
            <a:endParaRPr lang="en-US" sz="3400" dirty="0"/>
          </a:p>
          <a:p>
            <a:pPr>
              <a:buNone/>
            </a:pPr>
            <a:r>
              <a:rPr lang="en-US" sz="2900" dirty="0"/>
              <a:t>Power BI was selected for its robust data modeling, dynamic dashboarding, and interactive visualization features. Its user-friendly interface allows for effective exploration and storytelling with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b="1" dirty="0"/>
              <a:t>Advanced Capabilities:</a:t>
            </a:r>
            <a:br>
              <a:rPr lang="en-US" sz="2900" dirty="0"/>
            </a:br>
            <a:r>
              <a:rPr lang="en-US" sz="2900" dirty="0"/>
              <a:t>DAX functions, calculated fields, and relationship modeling enabled in-depth happiness score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b="1" dirty="0"/>
              <a:t>Interactive Features:</a:t>
            </a:r>
            <a:br>
              <a:rPr lang="en-US" sz="2900" dirty="0"/>
            </a:br>
            <a:r>
              <a:rPr lang="en-US" sz="2900" dirty="0"/>
              <a:t>Slicers, tooltips, and dynamic visuals allowed users to filter and explore data by region, factor, and country.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b="1" dirty="0"/>
              <a:t>Visual Customization:</a:t>
            </a:r>
            <a:br>
              <a:rPr lang="en-US" sz="2900" dirty="0"/>
            </a:br>
            <a:r>
              <a:rPr lang="en-US" sz="2900" dirty="0"/>
              <a:t>A wide range of charts (maps, bars, lines, donuts) was used with consistent color schemes for clarity and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52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DF23-7151-83AF-EE21-F742C380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Creation Process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600A4-0298-F452-83F6-7BA59930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Data was cleaned and transformed in Power Query for accuracy and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Multiple chart types were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Bar, Pie, Line, Map, and Donut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Slicers and Tooltips enabled dynamic filtering and enhanced interactivity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🎨 Standardized color schemes and clear labels improved visual clarity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Dashboards were designed for easy comparison and actionable insight extraction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20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E9AB0-7E43-9F0D-BFB6-A4F511DB2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032" y="1388534"/>
            <a:ext cx="3954482" cy="79058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9116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98D3E-BFEC-DEEF-4C73-FBD129F30EC0}"/>
              </a:ext>
            </a:extLst>
          </p:cNvPr>
          <p:cNvSpPr txBox="1"/>
          <p:nvPr/>
        </p:nvSpPr>
        <p:spPr>
          <a:xfrm>
            <a:off x="1567543" y="2493772"/>
            <a:ext cx="1852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Insight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D500DB-6255-E43B-6DA9-0176687067E9}"/>
              </a:ext>
            </a:extLst>
          </p:cNvPr>
          <p:cNvSpPr txBox="1"/>
          <p:nvPr/>
        </p:nvSpPr>
        <p:spPr>
          <a:xfrm>
            <a:off x="1567543" y="3552480"/>
            <a:ext cx="1764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insight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CAAB60-3C2E-CDD1-F4C9-EF540FB8F292}"/>
              </a:ext>
            </a:extLst>
          </p:cNvPr>
          <p:cNvCxnSpPr>
            <a:cxnSpLocks/>
          </p:cNvCxnSpPr>
          <p:nvPr/>
        </p:nvCxnSpPr>
        <p:spPr>
          <a:xfrm>
            <a:off x="1381107" y="4771709"/>
            <a:ext cx="347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">
            <a:extLst>
              <a:ext uri="{FF2B5EF4-FFF2-40B4-BE49-F238E27FC236}">
                <a16:creationId xmlns:a16="http://schemas.microsoft.com/office/drawing/2014/main" id="{891B4862-62FA-78FC-256D-7ED7E096307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333462" y="2979730"/>
            <a:ext cx="34723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High happiness levels are seen in Europe, the Americas, and "Other" regions, while Asia and Africa show moderate but rising well-being.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B33117-EE14-C56A-6E71-290D80E80C7B}"/>
              </a:ext>
            </a:extLst>
          </p:cNvPr>
          <p:cNvSpPr txBox="1"/>
          <p:nvPr/>
        </p:nvSpPr>
        <p:spPr>
          <a:xfrm rot="10800000" flipV="1">
            <a:off x="1333463" y="4771709"/>
            <a:ext cx="3472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🌏 Oceania, Africa, and the Middle East report lower Ladder Scores, driven by weaker social support and freedom indicators.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Content Placeholder 37">
            <a:extLst>
              <a:ext uri="{FF2B5EF4-FFF2-40B4-BE49-F238E27FC236}">
                <a16:creationId xmlns:a16="http://schemas.microsoft.com/office/drawing/2014/main" id="{C7703778-A5EC-557C-AD49-5F27E246A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2651" y="2294574"/>
            <a:ext cx="5395849" cy="3000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220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8380-BAF1-B295-C10E-2196D2C9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153" y="1246910"/>
            <a:ext cx="3979113" cy="9144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9116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Dashboard-2</a:t>
            </a:r>
            <a:endParaRPr lang="en-IN" sz="3200" dirty="0">
              <a:solidFill>
                <a:srgbClr val="91169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703F6-0EDE-DC61-58D1-4B62681D2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0055" y="3010782"/>
            <a:ext cx="3622573" cy="103029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Economic &amp; Social Factors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GDP, social support, and healthy life expectancy drive happiness—especially in North America &amp; Oceania.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A95D7-9F3A-AD5F-D3D4-E6932903873A}"/>
              </a:ext>
            </a:extLst>
          </p:cNvPr>
          <p:cNvSpPr txBox="1"/>
          <p:nvPr/>
        </p:nvSpPr>
        <p:spPr>
          <a:xfrm>
            <a:off x="1413164" y="2481942"/>
            <a:ext cx="2256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Insight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950C1-5C0E-5A50-6CDD-ED0D78519E4D}"/>
              </a:ext>
            </a:extLst>
          </p:cNvPr>
          <p:cNvSpPr txBox="1"/>
          <p:nvPr/>
        </p:nvSpPr>
        <p:spPr>
          <a:xfrm>
            <a:off x="1412565" y="3428998"/>
            <a:ext cx="44657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Insight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3DF53E-6A63-6CA3-CBF5-23254D36A60B}"/>
              </a:ext>
            </a:extLst>
          </p:cNvPr>
          <p:cNvCxnSpPr>
            <a:cxnSpLocks/>
          </p:cNvCxnSpPr>
          <p:nvPr/>
        </p:nvCxnSpPr>
        <p:spPr>
          <a:xfrm>
            <a:off x="1293811" y="4631377"/>
            <a:ext cx="3718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1F50E7-04DF-4B95-1453-911C4FA946E7}"/>
              </a:ext>
            </a:extLst>
          </p:cNvPr>
          <p:cNvSpPr txBox="1"/>
          <p:nvPr/>
        </p:nvSpPr>
        <p:spPr>
          <a:xfrm>
            <a:off x="1080055" y="4773886"/>
            <a:ext cx="4026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Disparities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Africa &amp; the Middle East report low social support, affecting overall happiness levels.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96F04-C467-F7EC-612A-2DF3F212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900" y="1946940"/>
            <a:ext cx="5449234" cy="327820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9F697-C870-1787-338D-A745EB22E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704" y="1946653"/>
            <a:ext cx="5961104" cy="336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1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C72F-650B-E709-EB61-76B35F2F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56" y="702731"/>
            <a:ext cx="3718455" cy="13716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9116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Dashboard-3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237187C-0D38-1461-E352-B3F090C68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130" y="2335588"/>
            <a:ext cx="5996634" cy="336804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56443-9D1B-2D70-95C5-F6A7862B5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6933" y="2976793"/>
            <a:ext cx="3504700" cy="90440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Scores &amp; Key Drivers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Europe, North America, and "Other" regions lead in happiness, driven by strong social support, life expectancy, and freedom of choice.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546E4-CD3D-5280-D83A-C444C361D392}"/>
              </a:ext>
            </a:extLst>
          </p:cNvPr>
          <p:cNvSpPr txBox="1"/>
          <p:nvPr/>
        </p:nvSpPr>
        <p:spPr>
          <a:xfrm>
            <a:off x="1464183" y="2503015"/>
            <a:ext cx="190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Insight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CB432-EDB6-E0D4-628C-CAA9F8A17F6D}"/>
              </a:ext>
            </a:extLst>
          </p:cNvPr>
          <p:cNvSpPr txBox="1"/>
          <p:nvPr/>
        </p:nvSpPr>
        <p:spPr>
          <a:xfrm>
            <a:off x="1389413" y="4250168"/>
            <a:ext cx="2090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Insight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6FBF-303C-8305-0EBC-D6F019CC5D79}"/>
              </a:ext>
            </a:extLst>
          </p:cNvPr>
          <p:cNvCxnSpPr/>
          <p:nvPr/>
        </p:nvCxnSpPr>
        <p:spPr>
          <a:xfrm>
            <a:off x="1389413" y="4619501"/>
            <a:ext cx="363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3D57C1-B323-2DD8-D07E-2BBBF7BD8ECB}"/>
              </a:ext>
            </a:extLst>
          </p:cNvPr>
          <p:cNvSpPr txBox="1"/>
          <p:nvPr/>
        </p:nvSpPr>
        <p:spPr>
          <a:xfrm>
            <a:off x="1303866" y="4704963"/>
            <a:ext cx="35590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Regional Well-being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Oceania, Africa, and the Middle East report lower ladder scores, with weaker contributions from critical factors like social support and freedom.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9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305D-5411-F51D-70F2-C46D19BE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04702-F9EF-C8BF-A14A-2CDDCE968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analysis revealed clear differences in well-being across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happiness drivers: Social support, Healthy life expectancy, GDP, and Freedom of choice.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regions show high, stable scores, while Oceania, Africa, and the Middle East lag behind.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enabled clear, evidence-based insights into global happiness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emphasize the importance of targeted social investments and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highlights the power of data visualization in shaping impactful decisions.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48588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6,321 Thank You Stock Photos - Free &amp; Royalty-Free Stock ...">
            <a:extLst>
              <a:ext uri="{FF2B5EF4-FFF2-40B4-BE49-F238E27FC236}">
                <a16:creationId xmlns:a16="http://schemas.microsoft.com/office/drawing/2014/main" id="{6B5FDA2A-E7E1-1126-5B19-87E41C444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457" y="1260523"/>
            <a:ext cx="5533901" cy="388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843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200</TotalTime>
  <Words>548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Garamond</vt:lpstr>
      <vt:lpstr>Times New Roman</vt:lpstr>
      <vt:lpstr>Organic</vt:lpstr>
      <vt:lpstr>World Happiness Report 2024 Analysis</vt:lpstr>
      <vt:lpstr>Introduction</vt:lpstr>
      <vt:lpstr>Methodology</vt:lpstr>
      <vt:lpstr>Visualization Creation Process</vt:lpstr>
      <vt:lpstr>Dashboard-1</vt:lpstr>
      <vt:lpstr>Dashboard-2</vt:lpstr>
      <vt:lpstr>Dashboard-3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BHASKARLA BHARGAVI</dc:creator>
  <cp:lastModifiedBy>BHASKARLA BHARGAVI</cp:lastModifiedBy>
  <cp:revision>4</cp:revision>
  <dcterms:created xsi:type="dcterms:W3CDTF">2025-04-24T03:16:23Z</dcterms:created>
  <dcterms:modified xsi:type="dcterms:W3CDTF">2025-04-24T23:03:49Z</dcterms:modified>
</cp:coreProperties>
</file>